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47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C3F7"/>
                </a:solidFill>
              </a:rPr>
              <a:t>COMMERCIAL CARD · SQUAD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Squad-Level Domain Intelligence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Compounds Every Sprint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CC"/>
                </a:solidFill>
              </a:rPr>
              <a:t>Proof of Concept  ·  Built on personal time  ·  April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548640"/>
            <a:ext cx="2560320" cy="2560320"/>
          </a:xfrm>
          <a:prstGeom prst="ellipse">
            <a:avLst/>
          </a:prstGeom>
          <a:solidFill>
            <a:srgbClr val="2D3F8C">
              <a:alpha val="40000"/>
            </a:srgbClr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1005840"/>
            <a:ext cx="1645920" cy="1645920"/>
          </a:xfrm>
          <a:prstGeom prst="ellipse">
            <a:avLst/>
          </a:prstGeom>
          <a:solidFill>
            <a:srgbClr val="4FC3F7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🎙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Emma?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0604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🎙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Voice-First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</a:rPr>
              <a:t>Speak to Emma naturally. No typing, no searching. She listens, understands your domain, and responds intelligently.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60604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344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Domain Intelligence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</a:rPr>
              <a:t>Emma knows your squad's user stories, acceptance criteria, sprint decisions and domain rules — not generic knowledge.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260604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2344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7220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Compounds Over Time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24688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</a:rPr>
              <a:t>Every sprint, every conversation makes Emma smarter. The team's intelligence compounds and stays with the team forever.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Not Zoom Transcripts or KAAS?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374904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84048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2222"/>
                </a:solidFill>
              </a:rPr>
              <a:t>Existing Tools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</a:rPr>
              <a:t>✗  </a:t>
            </a:r>
            <a:r>
              <a:rPr lang="en-US" sz="1200" dirty="0">
                <a:solidFill>
                  <a:srgbClr val="443333"/>
                </a:solidFill>
              </a:rPr>
              <a:t>Zoom transcripts — passive, no domain knowledge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</a:rPr>
              <a:t>✗  </a:t>
            </a:r>
            <a:r>
              <a:rPr lang="en-US" sz="1200" dirty="0">
                <a:solidFill>
                  <a:srgbClr val="443333"/>
                </a:solidFill>
              </a:rPr>
              <a:t>KAAS — ingests written code &amp; docs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</a:rPr>
              <a:t>✗  </a:t>
            </a:r>
            <a:r>
              <a:rPr lang="en-US" sz="1200" dirty="0">
                <a:solidFill>
                  <a:srgbClr val="443333"/>
                </a:solidFill>
              </a:rPr>
              <a:t>LLM Suite — generic ChatGPT wrapper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</a:rPr>
              <a:t>✗  </a:t>
            </a:r>
            <a:r>
              <a:rPr lang="en-US" sz="1200" dirty="0">
                <a:solidFill>
                  <a:srgbClr val="443333"/>
                </a:solidFill>
              </a:rPr>
              <a:t>All require humans to write things first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</a:rPr>
              <a:t>✗  </a:t>
            </a:r>
            <a:r>
              <a:rPr lang="en-US" sz="1200" dirty="0">
                <a:solidFill>
                  <a:srgbClr val="443333"/>
                </a:solidFill>
              </a:rPr>
              <a:t>None participate actively in your 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051560"/>
            <a:ext cx="3840480" cy="3749040"/>
          </a:xfrm>
          <a:prstGeom prst="rect">
            <a:avLst/>
          </a:prstGeom>
          <a:solidFill>
            <a:srgbClr val="F0FFF8"/>
          </a:solidFill>
          <a:ln w="12700">
            <a:solidFill>
              <a:srgbClr val="AAEE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051560"/>
            <a:ext cx="384048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44"/>
                </a:solidFill>
              </a:rPr>
              <a:t>Emma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44"/>
                </a:solidFill>
              </a:rPr>
              <a:t>✓  </a:t>
            </a:r>
            <a:r>
              <a:rPr lang="en-US" sz="1200" dirty="0">
                <a:solidFill>
                  <a:srgbClr val="224433"/>
                </a:solidFill>
              </a:rPr>
              <a:t>Captures what's NEVER written — 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44"/>
                </a:solidFill>
              </a:rPr>
              <a:t>✓  </a:t>
            </a:r>
            <a:r>
              <a:rPr lang="en-US" sz="1200" dirty="0">
                <a:solidFill>
                  <a:srgbClr val="224433"/>
                </a:solidFill>
              </a:rPr>
              <a:t>Knows Alt4, TSYS orchestration, your decisions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44"/>
                </a:solidFill>
              </a:rPr>
              <a:t>✓  </a:t>
            </a:r>
            <a:r>
              <a:rPr lang="en-US" sz="1200" dirty="0">
                <a:solidFill>
                  <a:srgbClr val="224433"/>
                </a:solidFill>
              </a:rPr>
              <a:t>Participates actively in calls and standups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44"/>
                </a:solidFill>
              </a:rPr>
              <a:t>✓  </a:t>
            </a:r>
            <a:r>
              <a:rPr lang="en-US" sz="1200" dirty="0">
                <a:solidFill>
                  <a:srgbClr val="224433"/>
                </a:solidFill>
              </a:rPr>
              <a:t>Writes to Jira, drafts emails, unblocks devs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44"/>
                </a:solidFill>
              </a:rPr>
              <a:t>✓  </a:t>
            </a:r>
            <a:r>
              <a:rPr lang="en-US" sz="1200" dirty="0">
                <a:solidFill>
                  <a:srgbClr val="224433"/>
                </a:solidFill>
              </a:rPr>
              <a:t>Learns from every conversation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Three-Layer 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73152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8229600" cy="1097280"/>
          </a:xfrm>
          <a:prstGeom prst="rect">
            <a:avLst/>
          </a:prstGeom>
          <a:solidFill>
            <a:srgbClr val="2D3F8C">
              <a:alpha val="3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C3F7"/>
                </a:solidFill>
              </a:rPr>
              <a:t>Layer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Squad Emma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188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One per scrum team. Knows backlog, sprint history, domain rules. On-demand — spins up for calls, spins down after.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73152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1720"/>
            <a:ext cx="8229600" cy="1097280"/>
          </a:xfrm>
          <a:prstGeom prst="rect">
            <a:avLst/>
          </a:prstGeom>
          <a:solidFill>
            <a:srgbClr val="2D3F8C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78BFA"/>
                </a:solidFill>
              </a:rPr>
              <a:t>Layer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679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LOB Coordination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One per Line of Business. Reads all squad stores. Spots duplicate work and cross-team dependencies. Nightly batch.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73152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11880"/>
            <a:ext cx="8229600" cy="1097280"/>
          </a:xfrm>
          <a:prstGeom prst="rect">
            <a:avLst/>
          </a:prstGeom>
          <a:solidFill>
            <a:srgbClr val="2D3F8C">
              <a:alpha val="3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896"/>
                </a:solidFill>
              </a:rPr>
              <a:t>Layer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959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 Intelligence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3749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One firm-wide. Cross-LOB pattern recognition. Identifies systemic inefficiencies. Alerts Product Owners — not developers.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Emma in Action — Live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365760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</a:rPr>
              <a:t>Emma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CC"/>
                </a:solidFill>
              </a:rPr>
              <a:t>Ready — tap to speak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214884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2D3F8C"/>
          </a:solidFill>
          <a:ln w="12700">
            <a:solidFill>
              <a:srgbClr val="2D3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221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Give me a quick intro.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78892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529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I'm Gaurav's PO assistant. I live and breathe the Commercial Card space — user stories, acceptance criteria, sprint decisions, all of it.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00200" y="4206240"/>
            <a:ext cx="502920" cy="274320"/>
          </a:xfrm>
          <a:prstGeom prst="ellipse">
            <a:avLst/>
          </a:prstGeom>
          <a:solidFill>
            <a:srgbClr val="4FC3F7">
              <a:alpha val="6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1143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What Ash Saw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97680" y="164592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645920"/>
            <a:ext cx="64008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😮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1719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Emma introduced herself as a Commercial Card PO assistant — not a generic chatbot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42316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2423160"/>
            <a:ext cx="64008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24963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Whisper misheard "Kemma" — Emma corrected it. Ash: "wow she got offended"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20040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3200400"/>
            <a:ext cx="64008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3337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32735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Recalled fraud alert vendor orchestration: suppression list, Alt4 array, parallel calls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97764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0" y="3977640"/>
            <a:ext cx="64008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4114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37760" y="40507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55"/>
                </a:solidFill>
              </a:rPr>
              <a:t>Ash challenged: why not Zoom transcripts? Emma actively participates — transcripts just record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Makes Emma Different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🎙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Voice — not 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</a:rPr>
              <a:t>Speak to Emma in meetings, on the move, at 11pm. No interface to open.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6517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1719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Domain-specific memory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029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</a:rPr>
              <a:t>Not trained on the internet. Trained on your squad's actual decisions and knowledge.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97280"/>
            <a:ext cx="26517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1719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Active, not passive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</a:rPr>
              <a:t>Participates in calls. Writes Jira stories. Drafts escalation emails. Acts — not just answers.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71800"/>
            <a:ext cx="26517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08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3593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Grows every sprint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904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</a:rPr>
              <a:t>Every conversation adds to what Emma knows. Day 1 vs Day 180 — completely different intelligence.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71800"/>
            <a:ext cx="26517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108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337560" y="3593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Runs internally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904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</a:rPr>
              <a:t>Data never leaves the perimeter. No new attack surface. Designed for JPMC security posture.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971800"/>
            <a:ext cx="26517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108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🏗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17920" y="3593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Architecture is novel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904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</a:rPr>
              <a:t>Three-layer hierarchy with write intercept, on-demand spin-up, cross-squad intelligence. Currently exploring patentability.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3566160"/>
          </a:xfrm>
          <a:prstGeom prst="rect">
            <a:avLst/>
          </a:prstGeom>
          <a:solidFill>
            <a:srgbClr val="2D3F8C">
              <a:alpha val="40000"/>
            </a:srgbClr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9659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29768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RC Bi-Weekly Showcase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6060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Present to wider leadership. Validate the vision at LOB level.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65960" cy="3566160"/>
          </a:xfrm>
          <a:prstGeom prst="rect">
            <a:avLst/>
          </a:prstGeom>
          <a:solidFill>
            <a:srgbClr val="2D3F8C">
              <a:alpha val="40000"/>
            </a:srgbClr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97280"/>
            <a:ext cx="1965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344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8BFA"/>
                </a:solidFill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78608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Squad Pilot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26060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Run Emma with one scrum team for a full sprint. Measure developer unblocking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1965960" cy="3566160"/>
          </a:xfrm>
          <a:prstGeom prst="rect">
            <a:avLst/>
          </a:prstGeom>
          <a:solidFill>
            <a:srgbClr val="2D3F8C">
              <a:alpha val="40000"/>
            </a:srgbClr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97280"/>
            <a:ext cx="19659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2344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96"/>
                </a:solidFill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27448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Jira + Confluence Integration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27448" y="26060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Connect Emma to live team data. Real sprint history, real backlog, real decisions.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1965960" cy="3566160"/>
          </a:xfrm>
          <a:prstGeom prst="rect">
            <a:avLst/>
          </a:prstGeom>
          <a:solidFill>
            <a:srgbClr val="2D3F8C">
              <a:alpha val="4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097280"/>
            <a:ext cx="1965960" cy="6400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2344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107"/>
                </a:solidFill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76288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Firm Infrastructure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76288" y="26060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Migrate to JPMC internal LLM via Fusion SmartSDK. Data stays inside perimeter entirely.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Ask: RC Showcase slot  ·  One squad pilot  ·  Exploring patent with JPMC IP team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Day in the Life — The Emma Playbook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1874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9:00 AM  ·  Product Owner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" y="1353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☀️  Morning brief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71907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</a:rPr>
              <a:t>"Emma, summarise yesterday's decisions and flag anything needing my sign-off." Two minutes. Full picture. No Slack archaeology.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8745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11:30 AM  ·  New Joiner — Day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9472" y="1353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🧑‍💻  Onboarding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71907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</a:rPr>
              <a:t>"Emma, how does fraud alert orchestration work?" Emma explains suppression list, Alt4, parallel calls. No one interrupted. No meeting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64008" cy="1874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</a:rPr>
              <a:t>10:30 PM  ·  Developer — India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" y="3364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🌙  PO unavailable, different timezone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373075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</a:rPr>
              <a:t>Blocked on AC. Emma gives a tentative answer from the knowledge base, drafts a Teams message to PO flagging the query. Developer unblocked. PO sees it in the morning.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64008" cy="18745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107"/>
                </a:solidFill>
              </a:rPr>
              <a:t>Anytime  ·  Any Team Member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3364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📊  Visual explanation on demand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9472" y="373075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</a:rPr>
              <a:t>"Emma I don't understand the fraud alert flow." Emma drops a link to the flow diagram in Teams. Visual context, instantly. No meeting scheduled.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</Words>
  <Application>Microsoft Office PowerPoint</Application>
  <PresentationFormat>On-screen Show (16:9)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Emma — Squad Intelligence Platform</dc:title>
  <dc:subject>PptxGenJS Presentation</dc:subject>
  <dc:creator>Gaurav</dc:creator>
  <cp:lastModifiedBy>gauravski ahuja</cp:lastModifiedBy>
  <cp:revision>1</cp:revision>
  <dcterms:created xsi:type="dcterms:W3CDTF">2026-04-02T05:01:38Z</dcterms:created>
  <dcterms:modified xsi:type="dcterms:W3CDTF">2026-04-02T08:04:44Z</dcterms:modified>
</cp:coreProperties>
</file>