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21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2D52A0"/>
          </a:solidFill>
          <a:ln w="12700">
            <a:solidFill>
              <a:srgbClr val="2D52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2000" dirty="0">
                <a:solidFill>
                  <a:srgbClr val="FFFFFF"/>
                </a:solidFill>
              </a:rPr>
              <a:t>EMMA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</a:rPr>
              <a:t>Agentic Intelligence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201168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Institutional memory that grows every sprint.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Intelligence that never leaves the building.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600200" cy="5029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Voice-first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3977640"/>
            <a:ext cx="1600200" cy="5029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977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3977640"/>
            <a:ext cx="1600200" cy="5029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977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Enterprise-grade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</a:rPr>
              <a:t>Gauravski Ahuja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477316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A6A8A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</a:rPr>
              <a:t>Why this matters now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Knowledge walks out the door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6184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When people leave, domain expertise leaves with them. Confluence is stale. Jira has no context. Onboarding a new joiner takes months of senior developer time.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05156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344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Developers blocked across timezones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0" y="16184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At 11pm a developer is blocked. The PO is offline. The answer exists somewhere — in a Slack thread, a Confluence page, someone's head. Sprint velocity suffers.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288036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632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8408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Duplicate work across squads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34472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Two squads building the same service with no visibility of each other. The cost only becomes visible after the work is done.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46320" y="288036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6324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04688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Nobody writes things down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029200" y="34472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Documentation requires effort nobody has. Knowledge dies in meeting notes, chat threads, and decisions nobody recorded.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Knowledge is captured by accident, retrieved by luck, and lost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Existing Tools Don't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</a:rPr>
              <a:t>The gap no current tool closes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24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Confluence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36245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Requires someone to write it. Nobody does. Goes stale within weeks. New joiners find pages from 2021.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1773936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1109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Zoom / Teams Transcripts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8680" y="208483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Passive capture. Records words, not meaning. Cannot answer a question. Cannot act. Cannot escalate. Cannot remember.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" y="2496312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3347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2569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Jira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6868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Tracks tasks, not decisions. No domain context. Stories have no acceptance criteria. Knowledge lives in comments nobody reads.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20040" y="3218688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5584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</a:rPr>
              <a:t> </a:t>
            </a:r>
            <a:r>
              <a:rPr lang="en-US" sz="1100" b="1" dirty="0">
                <a:solidFill>
                  <a:srgbClr val="1A1A2E"/>
                </a:solidFill>
              </a:rPr>
              <a:t>Chat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68680" y="352958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Knowledge buried in threads. Unsearchable at scale. When the person who knows leaves, the thread is worthless.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20040" y="3941064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78224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Generic Chatbots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68680" y="425196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No domain knowledge. No memory across sessions. No ability to act. Answers with confidence, hallucinates without shame.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577840" y="1051560"/>
            <a:ext cx="3291840" cy="3611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5577840" y="1115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Emma is different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760720" y="1463040"/>
            <a:ext cx="292608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1600200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035040" y="15819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Active — reasons and acts, not just records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2167128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035040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Domain-specific — knows your team's context</a:t>
            </a:r>
            <a:endParaRPr lang="en-US" sz="10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2734056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035040" y="2715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Memory that grows — every session makes her smarter</a:t>
            </a:r>
            <a:endParaRPr lang="en-US" sz="10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3300984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035040" y="32826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Voice-first — zero friction to capture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3867912"/>
            <a:ext cx="256032" cy="25603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035040" y="38496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Escalates — never dead-ends, always acts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 Zoom transcript tells you what was said. Emma tells you what it means — and acts on 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 the Meeting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</a:rPr>
              <a:t>Emma as an ambient intelligent presence during live calls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57276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51560"/>
            <a:ext cx="157276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Call Starts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Webhook trigger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65376" y="1353312"/>
            <a:ext cx="14630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93392" y="1051560"/>
            <a:ext cx="1572768" cy="594360"/>
          </a:xfrm>
          <a:prstGeom prst="rect">
            <a:avLst/>
          </a:prstGeom>
          <a:solidFill>
            <a:srgbClr val="2D52A0"/>
          </a:solidFill>
          <a:ln w="12700">
            <a:solidFill>
              <a:srgbClr val="2D5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051560"/>
            <a:ext cx="157276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Emma Spins Up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Context hydration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84448" y="1353312"/>
            <a:ext cx="14630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12464" y="1051560"/>
            <a:ext cx="1572768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1051560"/>
            <a:ext cx="157276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Listens &amp; Reasons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STT + RAG + LLM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353312"/>
            <a:ext cx="14630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31536" y="1051560"/>
            <a:ext cx="1572768" cy="594360"/>
          </a:xfrm>
          <a:prstGeom prst="rect">
            <a:avLst/>
          </a:prstGeom>
          <a:solidFill>
            <a:srgbClr val="2D52A0"/>
          </a:solidFill>
          <a:ln w="12700">
            <a:solidFill>
              <a:srgbClr val="2D5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1051560"/>
            <a:ext cx="157276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Responds or Draws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TTS or diagram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22592" y="1353312"/>
            <a:ext cx="14630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50608" y="1051560"/>
            <a:ext cx="157276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0608" y="1051560"/>
            <a:ext cx="157276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Writes Memory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Write intercept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192938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929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Joins the call automatically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" y="21305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Zoom or Teams starts → webhook fires → Emma spins up and loads team context. No manual setup mid-meeting.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192938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929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48072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Hey Emma — mid-sentence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48072" y="21305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Say 'Hey Emma' at any point. She focuses immediately, ignoring background conversation. No app switching, no typing.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79806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798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" y="2743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Answers domain questions in seconds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" y="29992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Hybrid retrieval surfaces team knowledge instantly. LLM reasons over it. Answer delivered by voice in under 4 seconds.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79806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798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48072" y="2743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Draws architecture on demand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48072" y="29992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'Hey Emma, draw the fraud alert flow' → component diagram appears on screen. No Excalidraw, no draw.io, no waiting.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66674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66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Captures decisions automatically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38679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Every substantive exchange classified and written to team memory. Decisions that used to evaporate now persist permanently.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366674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666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48072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Session summary on spin-down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48072" y="38679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Call ends → Emma writes a compressed session summary. Next session picks up with full context. Cold start problem solved.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Mid-meeting, mid-sentence — 'Hey Emma, what's our fraud alert SLA?' — answered in 3 seconds without breaking flow.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Outside the Meeting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</a:rPr>
              <a:t>Emma available whenever knowledge is needed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89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0424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Developer unblocked at 11pm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1664208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Developer messages Emma via Teams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219456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" y="21762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Hybrid retrieval surfaces domain context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11480" y="2724912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9808" y="27066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Emma answers or escalates to PO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325526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3255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9808" y="32369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If uncertain — gives best attempt AND drafts message to PO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3785616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" y="37673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PO response feeds back to knowledge base permanently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4325112"/>
            <a:ext cx="2468880" cy="292608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3251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Never says 'I don't know.' Always acts.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2D52A0"/>
          </a:solidFill>
          <a:ln w="12700">
            <a:solidFill>
              <a:srgbClr val="2D52A0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078992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703320" y="10424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 joiner productive in days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337560" y="1664208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337560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3675888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New joiner asks Emma about any domain topic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337560" y="219456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375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3675888" y="21762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Emma retrieves sprint history, past decisions, architecture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337560" y="2724912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33756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3675888" y="27066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Draws component diagrams on demand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3337560" y="325526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337560" y="3255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3675888" y="32369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Answers questions senior devs would have spent hours on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3337560" y="3785616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33756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3675888" y="37673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Zero senior developer time consumed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3337560" y="4325112"/>
            <a:ext cx="2468880" cy="292608"/>
          </a:xfrm>
          <a:prstGeom prst="rect">
            <a:avLst/>
          </a:prstGeom>
          <a:solidFill>
            <a:srgbClr val="2D52A0">
              <a:alpha val="15000"/>
            </a:srgbClr>
          </a:solidFill>
          <a:ln w="12700">
            <a:solidFill>
              <a:srgbClr val="2D52A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337560" y="43251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52A0"/>
                </a:solidFill>
              </a:rPr>
              <a:t>Weeks of onboarding compressed to days.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612648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78992"/>
            <a:ext cx="292608" cy="29260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6629400" y="10424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Escalation that learns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6263640" y="1664208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263640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6601968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Query hits confidence threshold — answer uncertain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6263640" y="219456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2636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7" name="Text 52"/>
          <p:cNvSpPr/>
          <p:nvPr/>
        </p:nvSpPr>
        <p:spPr>
          <a:xfrm>
            <a:off x="6601968" y="21762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Emma gives her best attempt answer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6263640" y="2724912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26364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60" name="Text 55"/>
          <p:cNvSpPr/>
          <p:nvPr/>
        </p:nvSpPr>
        <p:spPr>
          <a:xfrm>
            <a:off x="6601968" y="27066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Simultaneously drafts escalation to PO with context</a:t>
            </a:r>
            <a:endParaRPr lang="en-US" sz="900" dirty="0"/>
          </a:p>
        </p:txBody>
      </p:sp>
      <p:sp>
        <p:nvSpPr>
          <p:cNvPr id="61" name="Shape 56"/>
          <p:cNvSpPr/>
          <p:nvPr/>
        </p:nvSpPr>
        <p:spPr>
          <a:xfrm>
            <a:off x="6263640" y="325526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263640" y="3255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3" name="Text 58"/>
          <p:cNvSpPr/>
          <p:nvPr/>
        </p:nvSpPr>
        <p:spPr>
          <a:xfrm>
            <a:off x="6601968" y="32369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PO responds — answer stored to static knowledge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263640" y="3785616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626364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6601968" y="37673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Same question never needs escalation again</a:t>
            </a:r>
            <a:endParaRPr lang="en-US" sz="900" dirty="0"/>
          </a:p>
        </p:txBody>
      </p:sp>
      <p:sp>
        <p:nvSpPr>
          <p:cNvPr id="67" name="Shape 62"/>
          <p:cNvSpPr/>
          <p:nvPr/>
        </p:nvSpPr>
        <p:spPr>
          <a:xfrm>
            <a:off x="6263640" y="4325112"/>
            <a:ext cx="2468880" cy="292608"/>
          </a:xfrm>
          <a:prstGeom prst="rect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6263640" y="43251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D9"/>
                </a:solidFill>
              </a:rPr>
              <a:t>Every escalation makes Emma permanently smarter.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Emma doesn't sleep. Every developer, every timezone, every question — answered or escalated.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Across Teams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</a:rPr>
              <a:t>When Emma instances talk to each other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2377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The moment multiple squads each have their own Emma, something new becomes possible.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18288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Squad A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Emma instance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1755648"/>
            <a:ext cx="0" cy="32004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68880" y="1207008"/>
            <a:ext cx="18288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Squad B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Emma instance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755648"/>
            <a:ext cx="0" cy="32004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1207008"/>
            <a:ext cx="18288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Squad C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Emma instance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755648"/>
            <a:ext cx="0" cy="32004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75120" y="1207008"/>
            <a:ext cx="18288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Squad D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Emma instance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1755648"/>
            <a:ext cx="0" cy="32004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0040" y="2084832"/>
            <a:ext cx="8503920" cy="384048"/>
          </a:xfrm>
          <a:prstGeom prst="rect">
            <a:avLst/>
          </a:prstGeom>
          <a:solidFill>
            <a:srgbClr val="2D52A0"/>
          </a:solidFill>
          <a:ln w="12700">
            <a:solidFill>
              <a:srgbClr val="2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8483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Intercept — classifies, deduplicates, and tags all knowledge before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487168"/>
            <a:ext cx="0" cy="27432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743200" y="2779776"/>
            <a:ext cx="365760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2779776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 Vector Store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Multi-tenant · Secure · Compliant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300984"/>
            <a:ext cx="0" cy="27432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97280" y="3593592"/>
            <a:ext cx="2926080" cy="475488"/>
          </a:xfrm>
          <a:prstGeom prst="rect">
            <a:avLst/>
          </a:prstGeom>
          <a:solidFill>
            <a:srgbClr val="2D52A0"/>
          </a:solidFill>
          <a:ln w="12700">
            <a:solidFill>
              <a:srgbClr val="2D5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3593592"/>
            <a:ext cx="29260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LOB Coordinator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Nightly · Cross-squad duplicate detection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3593592"/>
            <a:ext cx="29260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3593592"/>
            <a:ext cx="29260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 Intelligence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Cross-LOB patterns · Strategic signals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4087368"/>
            <a:ext cx="0" cy="256032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83680" y="4087368"/>
            <a:ext cx="0" cy="256032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371600" y="43616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5400"/>
                </a:solidFill>
              </a:rPr>
              <a:t>Alerts Product Owners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43616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Alerts MDs · Directors · Leads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41648" y="3840480"/>
            <a:ext cx="1078992" cy="0"/>
          </a:xfrm>
          <a:prstGeom prst="line">
            <a:avLst/>
          </a:prstGeom>
          <a:noFill/>
          <a:ln w="12700">
            <a:solidFill>
              <a:srgbClr val="5A6A8A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'Squad A and Squad C are both building the same email notification service.' — Surfaced automatically, overnight.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52A0"/>
          </a:solidFill>
          <a:ln w="12700">
            <a:solidFill>
              <a:srgbClr val="2D52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10058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Vision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Three layers. Each one builds on the last.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943600" cy="11155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D9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307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Squad Emma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8191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90D9"/>
                </a:solidFill>
              </a:rPr>
              <a:t>→ Teams stop losing knowledge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Every scrum team has its own voice-first intelligence. Grows smarter every sprint. Developers unblocked at any hour. New joiners productive in days. Zero documentation effort required.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5943600" cy="11155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52A0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542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LOB Coordinator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1635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D52A0"/>
                </a:solidFill>
              </a:rPr>
              <a:t>→ Squads stop working in silos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88720" y="301752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A central layer reads across all squad knowledge bases nightly. Identifies when two teams are building the same thing. Surfaces cross-squad dependencies before they become incidents.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943600" cy="11155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D9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776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Intelligence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05079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90D9"/>
                </a:solidFill>
              </a:rPr>
              <a:t>→ The organisation learns from itself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425196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Reads across all LOBs. Identifies systemic inefficiencies, architectural patterns, and strategic signals that no individual team can see. Alerts leadership with the intelligence to act.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5943600" cy="228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</a:rPr>
              <a:t>The foundation starts here — with one squad, one Emma, and one sprint.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Microsoft Office PowerPoint</Application>
  <PresentationFormat>On-screen Show (16:9)</PresentationFormat>
  <Paragraphs>152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Emma — Agentic Intelligence Platform</dc:title>
  <dc:subject>PptxGenJS Presentation</dc:subject>
  <dc:creator>PptxGenJS</dc:creator>
  <cp:lastModifiedBy>gauravski ahuja</cp:lastModifiedBy>
  <cp:revision>3</cp:revision>
  <dcterms:created xsi:type="dcterms:W3CDTF">2026-04-05T16:21:49Z</dcterms:created>
  <dcterms:modified xsi:type="dcterms:W3CDTF">2026-04-05T16:26:56Z</dcterms:modified>
</cp:coreProperties>
</file>